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1BDD9"/>
                </a:solidFill>
                <a:latin typeface="Arial"/>
              </a:rPr>
              <a:t>Что приготовить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2062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A9B8CE"/>
                </a:solidFill>
                <a:latin typeface="Arial"/>
              </a:rPr>
              <a:t>Веб-приложение для подбора рецептов по фото или списку продуктов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 полке несколько случайных продуктов — что из них приготовить?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Поиск рецепта вручную долгий: нужно вводить каждый ингредиент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Сложно сразу оценить калорийность и БЖУ выбранного блюда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Существующие приложения требуют регистрацию или подписку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Идея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Сфотографировал продукты — получил три варианта блюд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Альтернативный ввод: список продуктов текстом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Каждый рецепт: фото готового блюда, КБЖУ, ингредиенты, шаги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Без регистрации, открывается по ссылке, работает с телефона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Сценарий пользователя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Открывает страницу на смартфоне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Нажимает «Сделать фото», снимает содержимое холодильника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ИИ распознаёт продукты и показывает их списком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Нажимает «Найти рецепты» — получает 3 варианта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Выбирает блюдо, видит шаги приготовления и КБЖУ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Frontend: React + TypeScript + Vite + Tailwind CSS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iOS-style UI: единый экран с переключателем Фото / Списком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Backend-sidecar: FastAPI в том же поде, доступ через /api/*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Деплой: Docker → Kubernetes (namespace на команду), ingress Traefik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ИИ-компоненты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GigaChat-Vision (VLM): распознавание продуктов на фото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GigaChat-2-Max (LLM): генерация рецептов в строгом JSON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Pollinations.ai: генерация фото готового блюда по описанию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Расчёт КБЖУ на порцию выполняет LLM в составе ответа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Поток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Фото → POST /api/vlm → список продуктов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Продукты + system prompt → POST /api/llm → JSON-массив рецептов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Поле image_prompt → URL Pollinations → картинка готового блюда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 клиенте: парсинг, рендер 3 карточек с КБЖУ и пошаговой инструкцией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Что было сделано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Спроектирован и реализован одностраничный мобильный интерфейс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Интегрированы три ИИ-сервиса: распознавание, генерация текста, изображения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Настроен строгий JSON-формат ответа модели и устойчивый парсинг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Развёрнуто в production-окружении на Kubernetes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Результаты и 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Рабочий MVP за один цикл вайбкодинга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Без отдельной бэкенд-инфраструктуры — всё в одном поде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Развитие: сохранение избранных рецептов, фильтры по диете и аллергиям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Развитие: пошаговый режим готовки с таймерами и голосовым вводом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31BDD9"/>
                </a:solidFill>
                <a:latin typeface="Arial"/>
              </a:rPr>
              <a:t>Спасибо за внимание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Демо: https://ranepa.gigaparsers.ru/app1/</a:t>
            </a:r>
          </a:p>
          <a:p>
            <a:pPr>
              <a:spcAft>
                <a:spcPts val="12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•  Готовы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