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560320"/>
            <a:ext cx="106984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1">
                <a:solidFill>
                  <a:srgbClr val="31BDD9"/>
                </a:solidFill>
                <a:latin typeface="Arial"/>
              </a:rPr>
              <a:t>Что посмотреть?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20624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0">
                <a:solidFill>
                  <a:srgbClr val="A9B8CE"/>
                </a:solidFill>
                <a:latin typeface="Arial"/>
              </a:rPr>
              <a:t>Чат-бот для подбора фильмов и сериалов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31BDD9"/>
                </a:solidFill>
                <a:latin typeface="Arial"/>
              </a:rPr>
              <a:t>Проблема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•  На стримингах — тысячи фильмов и сериалов</a:t>
            </a:r>
          </a:p>
          <a:p>
            <a:pPr>
              <a:spcAft>
                <a:spcPts val="120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•  Выбор затягивается на 30+ минут</a:t>
            </a:r>
          </a:p>
          <a:p>
            <a:pPr>
              <a:spcAft>
                <a:spcPts val="120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•  Каталоги показывают то, что выгодно платформе, а не то, что хочется</a:t>
            </a:r>
          </a:p>
          <a:p>
            <a:pPr>
              <a:spcAft>
                <a:spcPts val="120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•  Нужен быстрый и личный подбор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31BDD9"/>
                </a:solidFill>
                <a:latin typeface="Arial"/>
              </a:rPr>
              <a:t>Решение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•  Короткий чат-опрос на 4 шага</a:t>
            </a:r>
          </a:p>
          <a:p>
            <a:pPr>
              <a:spcAft>
                <a:spcPts val="120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•  AI-подбор на основе предпочтений (GigaChat)</a:t>
            </a:r>
          </a:p>
          <a:p>
            <a:pPr>
              <a:spcAft>
                <a:spcPts val="120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•  Тиндер-формат: свайп ✓ или ✕ — никаких длинных списков</a:t>
            </a:r>
          </a:p>
          <a:p>
            <a:pPr>
              <a:spcAft>
                <a:spcPts val="120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•  Финальная карточка со ссылками на платформы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31BDD9"/>
                </a:solidFill>
                <a:latin typeface="Arial"/>
              </a:rPr>
              <a:t>Опрос за 30 секунд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•  Фильм или сериал</a:t>
            </a:r>
          </a:p>
          <a:p>
            <a:pPr>
              <a:spcAft>
                <a:spcPts val="120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•  Жанр(ы) — мультивыбор из 15 вариантов</a:t>
            </a:r>
          </a:p>
          <a:p>
            <a:pPr>
              <a:spcAft>
                <a:spcPts val="120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•  Платформа — где удобно смотреть</a:t>
            </a:r>
          </a:p>
          <a:p>
            <a:pPr>
              <a:spcAft>
                <a:spcPts val="120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•  Язык оригинала</a:t>
            </a:r>
          </a:p>
          <a:p>
            <a:pPr>
              <a:spcAft>
                <a:spcPts val="120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•  Доп. пожелания свободным текстом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31BDD9"/>
                </a:solidFill>
                <a:latin typeface="Arial"/>
              </a:rPr>
              <a:t>Тиндер-подбор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•  Карточка: название, год, страна, краткое описание</a:t>
            </a:r>
          </a:p>
          <a:p>
            <a:pPr>
              <a:spcAft>
                <a:spcPts val="120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•  ✓ зелёная — берём этот вариант</a:t>
            </a:r>
          </a:p>
          <a:p>
            <a:pPr>
              <a:spcAft>
                <a:spcPts val="120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•  ✕ красная — следующий вариант</a:t>
            </a:r>
          </a:p>
          <a:p>
            <a:pPr>
              <a:spcAft>
                <a:spcPts val="120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•  Плавная анимация свайпа влево/вправо</a:t>
            </a:r>
          </a:p>
          <a:p>
            <a:pPr>
              <a:spcAft>
                <a:spcPts val="120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•  Подсветка кнопок при наведении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31BDD9"/>
                </a:solidFill>
                <a:latin typeface="Arial"/>
              </a:rPr>
              <a:t>Готово — где смотреть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•  Финальная карточка с описанием</a:t>
            </a:r>
          </a:p>
          <a:p>
            <a:pPr>
              <a:spcAft>
                <a:spcPts val="120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•  Кликабельные ссылки на платформы (Кинопоиск, Okko, Иви, Netflix и др.)</a:t>
            </a:r>
          </a:p>
          <a:p>
            <a:pPr>
              <a:spcAft>
                <a:spcPts val="120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•  Один тап — переход к поиску фильма на сервисе</a:t>
            </a:r>
          </a:p>
          <a:p>
            <a:pPr>
              <a:spcAft>
                <a:spcPts val="120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•  Кнопка «Подобрать ещё» — для нового сеанса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31BDD9"/>
                </a:solidFill>
                <a:latin typeface="Arial"/>
              </a:rPr>
              <a:t>Под капотом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•  React + TypeScript + Tailwind</a:t>
            </a:r>
          </a:p>
          <a:p>
            <a:pPr>
              <a:spcAft>
                <a:spcPts val="120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•  iOS-look, тёмная чёрно-голубая палитра</a:t>
            </a:r>
          </a:p>
          <a:p>
            <a:pPr>
              <a:spcAft>
                <a:spcPts val="120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•  FastAPI sidecar в том же поде</a:t>
            </a:r>
          </a:p>
          <a:p>
            <a:pPr>
              <a:spcAft>
                <a:spcPts val="120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•  GigaChat-2-Max через /api/llm возвращает JSON-список</a:t>
            </a:r>
          </a:p>
          <a:p>
            <a:pPr>
              <a:spcAft>
                <a:spcPts val="120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•  PWA — добавляется на главный экран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31BDD9"/>
                </a:solidFill>
                <a:latin typeface="Arial"/>
              </a:rPr>
              <a:t>Что дальше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•  Сохранение истории «лайков» в LocalStorage</a:t>
            </a:r>
          </a:p>
          <a:p>
            <a:pPr>
              <a:spcAft>
                <a:spcPts val="120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•  Шеринг подобранного фильма ссылкой</a:t>
            </a:r>
          </a:p>
          <a:p>
            <a:pPr>
              <a:spcAft>
                <a:spcPts val="120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•  Подбор «на двоих» с пересечением предпочтений</a:t>
            </a:r>
          </a:p>
          <a:p>
            <a:pPr>
              <a:spcAft>
                <a:spcPts val="120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•  Расширенные жанры: настроение, длительность, рейтинг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