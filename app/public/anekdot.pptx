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1BDD9"/>
                </a:solidFill>
                <a:latin typeface="Arial"/>
              </a:rPr>
              <a:t>Анекдот по словам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A9B8CE"/>
                </a:solidFill>
                <a:latin typeface="Arial"/>
              </a:rPr>
              <a:t>ИИ-бот, который сочиняет анекдот по ключевым словам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О приложении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Введите 2–3 ключевых слова — получите свежий анекдот.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Можно надиктовать слова голосом — встроенное распознавание речи.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История запросов сохраняется в сессии — листаешь и читаешь.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Работает в браузере, без установки.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Как пользоваться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Открыть приложение по ссылке.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Ввести слова или нажать на микрофон и продиктовать.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Нажать «Сочинить анекдот».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Через пару секунд читать результат.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Зачем это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Разрядить атмосферу на встрече — анекдот про коллег и задачи дня.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Идеи для постов и сторителлинга — быстрый брейншторм юмора.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Развлечение в очереди или дороге.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Демонстрация возможностей LLM для нетехнической аудитории.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Фронтенд: React + Tailwind, iOS-стиль, тёмная тема из коробки.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Голосовой ввод: MediaRecorder в браузере + Vosk на сервере.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Генерация текста: GigaChat-2-Max через серверный прокси.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Инфра: FastAPI sidecar, nginx, Kubernetes, CI-деплой.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Сохранять любимые анекдоты в избранное.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Делиться анекдотом ссылкой и картинкой.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Разные форматы: стишок, лимерик, тост.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Тематические шаблоны — корпоратив, день рождения, 8 марта.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